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18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3200400"/>
            <a:ext cx="2011680" cy="2011680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475488"/>
            <a:ext cx="25603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4754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5E"/>
                </a:solidFill>
              </a:rPr>
              <a:t>FULL STACK PROJECT  ·  2024–25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3730752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DE68A"/>
                </a:solidFill>
              </a:rPr>
              <a:t>A full-stack MERN web application that centralises academic workflows, boosts student outcomes, and empowers educators with live analytics.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502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59E0B"/>
                </a:solidFill>
              </a:rPr>
              <a:t>TECH STACK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65392" y="960120"/>
            <a:ext cx="2148840" cy="438912"/>
          </a:xfrm>
          <a:prstGeom prst="rect">
            <a:avLst/>
          </a:prstGeom>
          <a:solidFill>
            <a:srgbClr val="1A1F5E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65392" y="9601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MongoDB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65392" y="1627632"/>
            <a:ext cx="2148840" cy="438912"/>
          </a:xfrm>
          <a:prstGeom prst="rect">
            <a:avLst/>
          </a:prstGeom>
          <a:solidFill>
            <a:srgbClr val="1A1F5E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65392" y="16276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Express.js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65392" y="2295144"/>
            <a:ext cx="2148840" cy="438912"/>
          </a:xfrm>
          <a:prstGeom prst="rect">
            <a:avLst/>
          </a:prstGeom>
          <a:solidFill>
            <a:srgbClr val="1A1F5E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65392" y="22951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React.js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65392" y="2962656"/>
            <a:ext cx="2148840" cy="438912"/>
          </a:xfrm>
          <a:prstGeom prst="rect">
            <a:avLst/>
          </a:prstGeom>
          <a:solidFill>
            <a:srgbClr val="1A1F5E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65392" y="29626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Node.js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65392" y="3630168"/>
            <a:ext cx="2148840" cy="438912"/>
          </a:xfrm>
          <a:prstGeom prst="rect">
            <a:avLst/>
          </a:prstGeom>
          <a:solidFill>
            <a:srgbClr val="1A1F5E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65392" y="36301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JWT Auth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65392" y="4297680"/>
            <a:ext cx="2148840" cy="438912"/>
          </a:xfrm>
          <a:prstGeom prst="rect">
            <a:avLst/>
          </a:prstGeom>
          <a:solidFill>
            <a:srgbClr val="1A1F5E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65392" y="42976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REST APIs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66928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5E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6696" y="11064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6696" y="1453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Gaps in traditional academic management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566928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1051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5E"/>
                </a:solidFill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31536" y="11064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Proposed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31536" y="1453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Platform overview and value proposition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39112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039112"/>
            <a:ext cx="566928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203911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5E"/>
                </a:solidFill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6696" y="209397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6696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MERN stack design and data 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39112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0" y="2039112"/>
            <a:ext cx="566928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0" y="203911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5E"/>
                </a:solidFill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31536" y="209397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Core Features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31536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Key modules built into the platform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26664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3026664"/>
            <a:ext cx="566928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302666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5E"/>
                </a:solidFill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6696" y="30815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Database Design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6696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MongoDB schema and collections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026664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54880" y="3026664"/>
            <a:ext cx="566928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302666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5E"/>
                </a:solidFill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31536" y="30815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UI / UX Highlights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31536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Wireframe walkthrough of key screens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014216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20040" y="4014216"/>
            <a:ext cx="566928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4014216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5E"/>
                </a:solidFill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96696" y="40690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Results &amp; Impact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96696" y="4416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Metrics and before-vs-after comparison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014216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54880" y="4014216"/>
            <a:ext cx="566928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54880" y="4014216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5E"/>
                </a:solidFill>
              </a:rPr>
              <a:t>08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431536" y="40690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Future Roadmap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31536" y="4416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Planned features and scaling strategy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200400" cy="37490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200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EEAD4"/>
                </a:solidFill>
              </a:rPr>
              <a:t>Academic institutions rely on fragmented, manual systems that hinder performance tracking, timely feedback, and data-driven decision-making.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1078992"/>
            <a:ext cx="5074920" cy="621792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49040" y="1078992"/>
            <a:ext cx="7315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13632" y="1097280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⚠️  No centralised student performance dashboard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49040" y="1837944"/>
            <a:ext cx="5074920" cy="621792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749040" y="1837944"/>
            <a:ext cx="7315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913632" y="1856232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📋  Manual grading causes delays and errors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749040" y="2596896"/>
            <a:ext cx="5074920" cy="621792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749040" y="2596896"/>
            <a:ext cx="7315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913632" y="2615184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💬  Poor student-faculty communication channels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49040" y="3355848"/>
            <a:ext cx="5074920" cy="621792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749040" y="3355848"/>
            <a:ext cx="7315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913632" y="3374136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📊  Educators lack actionable analytics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749040" y="4114800"/>
            <a:ext cx="5074920" cy="621792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49040" y="4114800"/>
            <a:ext cx="7315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913632" y="4133088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🔒  No role-based access for Admin, Faculty &amp; Students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Proposed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</a:rPr>
              <a:t>One unified platform that connects Students, Faculty and Admins under a single digital academic ecosystem.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02336" y="163677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🎓  Student Portal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2057400"/>
            <a:ext cx="2441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Course progress, grades, attendance, personalised recommendations.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5087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72968" y="150876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00984" y="163677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👨‍🏫  Faculty 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00984" y="2057400"/>
            <a:ext cx="2441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Course management, assignment creation, online grading, analytics.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15087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71616" y="1508760"/>
            <a:ext cx="2697480" cy="64008"/>
          </a:xfrm>
          <a:prstGeom prst="rect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99632" y="163677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📈  Analytics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9632" y="2057400"/>
            <a:ext cx="2441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Real-time charts on scores, engagement, and weak topic areas.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02336" y="332841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🤝  Collaboration Hub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" y="3749040"/>
            <a:ext cx="2441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Discussion boards, announcements, peer Q&amp;A per course.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72968" y="320040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172968" y="320040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300984" y="332841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🔐  Secure Role Auth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00984" y="3749040"/>
            <a:ext cx="2441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JWT-based login with role-specific access: Admin, Faculty, Student.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71616" y="320040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071616" y="3200400"/>
            <a:ext cx="2697480" cy="64008"/>
          </a:xfrm>
          <a:prstGeom prst="rect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99632" y="332841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📱  Responsive Design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9632" y="3749040"/>
            <a:ext cx="2441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Mobile-first React UI for seamless access on any device.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 &amp; 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713232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9202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F5E"/>
                </a:solidFill>
              </a:rPr>
              <a:t>Presentation Layer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59152" y="104241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React.js  ·  Redux Toolkit  ·  Tailwind CSS  ·  React Router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883664"/>
            <a:ext cx="8503920" cy="713232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883664"/>
            <a:ext cx="19202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88366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API / Business Layer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59152" y="1920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Node.js  ·  Express.js  ·  REST APIs  ·  JWT Authentication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761488"/>
            <a:ext cx="8503920" cy="713232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761488"/>
            <a:ext cx="1920240" cy="713232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276148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 Layer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59152" y="279806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MongoDB Atlas  ·  Mongoose ODM  ·  Aggregation Pipelines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639312"/>
            <a:ext cx="8503920" cy="713232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3639312"/>
            <a:ext cx="192024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363931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DevOps &amp; Tooling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359152" y="367588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Git / GitHub  ·  Vercel  ·  Render  ·  Postman  ·  VS 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590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Request Flow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4773168"/>
            <a:ext cx="182880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7472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Browser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76272" y="4910328"/>
            <a:ext cx="274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450592" y="4773168"/>
            <a:ext cx="18288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450592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App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79392" y="4910328"/>
            <a:ext cx="274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553712" y="4773168"/>
            <a:ext cx="1828800" cy="329184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53712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Express API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82512" y="4910328"/>
            <a:ext cx="274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656832" y="4773168"/>
            <a:ext cx="1828800" cy="3291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56832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MongoDB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</a:rPr>
              <a:t>Six production-ready modules powering the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697480" cy="1600200"/>
          </a:xfrm>
          <a:prstGeom prst="rect">
            <a:avLst/>
          </a:prstGeom>
          <a:solidFill>
            <a:srgbClr val="0D1140"/>
          </a:solidFill>
          <a:ln w="12700">
            <a:solidFill>
              <a:srgbClr val="252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5303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530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5E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4538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User Auth &amp; RBAC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965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BBB"/>
                </a:solidFill>
              </a:rPr>
              <a:t>JWT-secured registration, login, and role-based routing for Admin, Faculty &amp; Student.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1325880"/>
            <a:ext cx="2697480" cy="1600200"/>
          </a:xfrm>
          <a:prstGeom prst="rect">
            <a:avLst/>
          </a:prstGeom>
          <a:solidFill>
            <a:srgbClr val="0D1140"/>
          </a:solidFill>
          <a:ln w="12700">
            <a:solidFill>
              <a:srgbClr val="252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72968" y="1325880"/>
            <a:ext cx="530352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72968" y="1325880"/>
            <a:ext cx="530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5E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13048" y="14538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Course Management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13048" y="1874520"/>
            <a:ext cx="1965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BBB"/>
                </a:solidFill>
              </a:rPr>
              <a:t>Create/edit courses, upload syllabi &amp; materials, enrol students, set schedules.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1325880"/>
            <a:ext cx="2697480" cy="1600200"/>
          </a:xfrm>
          <a:prstGeom prst="rect">
            <a:avLst/>
          </a:prstGeom>
          <a:solidFill>
            <a:srgbClr val="0D1140"/>
          </a:solidFill>
          <a:ln w="12700">
            <a:solidFill>
              <a:srgbClr val="252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71616" y="1325880"/>
            <a:ext cx="530352" cy="1600200"/>
          </a:xfrm>
          <a:prstGeom prst="rect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71616" y="1325880"/>
            <a:ext cx="530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5E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11696" y="14538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Assignment Module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11696" y="1874520"/>
            <a:ext cx="1965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BBB"/>
                </a:solidFill>
              </a:rPr>
              <a:t>Post assignments with deadlines, accept file submissions, grade &amp; return feedback.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136392"/>
            <a:ext cx="2697480" cy="1600200"/>
          </a:xfrm>
          <a:prstGeom prst="rect">
            <a:avLst/>
          </a:prstGeom>
          <a:solidFill>
            <a:srgbClr val="0D1140"/>
          </a:solidFill>
          <a:ln w="12700">
            <a:solidFill>
              <a:srgbClr val="252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136392"/>
            <a:ext cx="5303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3136392"/>
            <a:ext cx="530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5E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264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Attendance Tracker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3685032"/>
            <a:ext cx="1965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BBB"/>
                </a:solidFill>
              </a:rPr>
              <a:t>Daily mark-sheet, auto low-attendance alerts, exportable PDF reports.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72968" y="3136392"/>
            <a:ext cx="2697480" cy="1600200"/>
          </a:xfrm>
          <a:prstGeom prst="rect">
            <a:avLst/>
          </a:prstGeom>
          <a:solidFill>
            <a:srgbClr val="0D1140"/>
          </a:solidFill>
          <a:ln w="12700">
            <a:solidFill>
              <a:srgbClr val="252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172968" y="3136392"/>
            <a:ext cx="530352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172968" y="3136392"/>
            <a:ext cx="530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5E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13048" y="3264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Performance Analytics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813048" y="3685032"/>
            <a:ext cx="1965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BBB"/>
                </a:solidFill>
              </a:rPr>
              <a:t>Interactive bar/line charts for grade trends, subject performance &amp; class comparison.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71616" y="3136392"/>
            <a:ext cx="2697480" cy="1600200"/>
          </a:xfrm>
          <a:prstGeom prst="rect">
            <a:avLst/>
          </a:prstGeom>
          <a:solidFill>
            <a:srgbClr val="0D1140"/>
          </a:solidFill>
          <a:ln w="12700">
            <a:solidFill>
              <a:srgbClr val="252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071616" y="3136392"/>
            <a:ext cx="530352" cy="1600200"/>
          </a:xfrm>
          <a:prstGeom prst="rect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71616" y="3136392"/>
            <a:ext cx="530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5E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11696" y="3264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Discussion Forum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11696" y="3685032"/>
            <a:ext cx="1965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BBB"/>
                </a:solidFill>
              </a:rPr>
              <a:t>Threaded Q&amp;A boards per course; faculty-pinned answers; upvote system.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Database Design  —  MongoDB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2697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  users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" y="15819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_id (ObjectId)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" y="18288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1773936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name (String)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" y="20756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66928" y="2020824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email (String)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" y="23225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" y="2267712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password (hashed)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" y="25694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" y="2514600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role (enum)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" y="28163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" y="2761488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createdAt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10515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154680" y="1051560"/>
            <a:ext cx="2697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46120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  courses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19272" y="158191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65576" y="1527048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_id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19272" y="18288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65576" y="1773936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title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19272" y="207568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65576" y="2020824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description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9272" y="232257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65576" y="2267712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facultyId (ref)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9272" y="256946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65576" y="2514600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enrolledStudents[]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19272" y="281635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465576" y="2761488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schedule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53328" y="10515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053328" y="1051560"/>
            <a:ext cx="2697480" cy="384048"/>
          </a:xfrm>
          <a:prstGeom prst="rect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144768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  assignments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1581912"/>
            <a:ext cx="91440" cy="91440"/>
          </a:xfrm>
          <a:prstGeom prst="ellipse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364224" y="1527048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_id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1828800"/>
            <a:ext cx="91440" cy="91440"/>
          </a:xfrm>
          <a:prstGeom prst="ellipse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364224" y="1773936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courseId (ref)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2075688"/>
            <a:ext cx="91440" cy="91440"/>
          </a:xfrm>
          <a:prstGeom prst="ellipse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364224" y="2020824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title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2322576"/>
            <a:ext cx="91440" cy="91440"/>
          </a:xfrm>
          <a:prstGeom prst="ellipse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364224" y="2267712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dueDate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17920" y="2569464"/>
            <a:ext cx="91440" cy="91440"/>
          </a:xfrm>
          <a:prstGeom prst="ellipse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364224" y="2514600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totalMarks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17920" y="2816352"/>
            <a:ext cx="91440" cy="91440"/>
          </a:xfrm>
          <a:prstGeom prst="ellipse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364224" y="2761488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submissions[]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56032" y="2944368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56032" y="2944368"/>
            <a:ext cx="406908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47472" y="29443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  grades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20624" y="3474720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66928" y="3419856"/>
            <a:ext cx="3648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_id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20624" y="372160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66928" y="3666744"/>
            <a:ext cx="3648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studentId (ref)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20624" y="3968496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66928" y="3913632"/>
            <a:ext cx="3648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courseId (ref)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20624" y="4215384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66928" y="4160520"/>
            <a:ext cx="3648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marks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20624" y="4462272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66928" y="4407408"/>
            <a:ext cx="3648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grade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20624" y="4709160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66928" y="4654296"/>
            <a:ext cx="3648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feedback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645152" y="2944368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645152" y="2944368"/>
            <a:ext cx="40690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736592" y="29443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  attendance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809744" y="347472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956048" y="3419856"/>
            <a:ext cx="3648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_id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809744" y="372160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956048" y="3666744"/>
            <a:ext cx="3648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studentId (ref)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809744" y="396849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4956048" y="3913632"/>
            <a:ext cx="3648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courseId (ref)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809744" y="42153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956048" y="4160520"/>
            <a:ext cx="3648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date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809744" y="44622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956048" y="4407408"/>
            <a:ext cx="3648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status (enum)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UI / UX Highlights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697480" cy="3840480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697480" cy="384048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4048" y="1152144"/>
            <a:ext cx="109728" cy="109728"/>
          </a:xfrm>
          <a:prstGeom prst="ellipse">
            <a:avLst/>
          </a:prstGeom>
          <a:solidFill>
            <a:srgbClr val="EC6A5E"/>
          </a:solidFill>
          <a:ln w="12700">
            <a:solidFill>
              <a:srgbClr val="EC6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66928" y="1152144"/>
            <a:ext cx="109728" cy="109728"/>
          </a:xfrm>
          <a:prstGeom prst="ellipse">
            <a:avLst/>
          </a:prstGeom>
          <a:solidFill>
            <a:srgbClr val="F4BF4F"/>
          </a:solidFill>
          <a:ln w="12700">
            <a:solidFill>
              <a:srgbClr val="F4BF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9808" y="1152144"/>
            <a:ext cx="109728" cy="109728"/>
          </a:xfrm>
          <a:prstGeom prst="ellipse">
            <a:avLst/>
          </a:prstGeom>
          <a:solidFill>
            <a:srgbClr val="61C454"/>
          </a:solidFill>
          <a:ln w="12700">
            <a:solidFill>
              <a:srgbClr val="61C4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10241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408176"/>
            <a:ext cx="566928" cy="3456432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15087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213055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2752344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37413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39959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" y="1481328"/>
            <a:ext cx="19568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05840" y="1517904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📊  Grade Overview Card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2688" y="2286000"/>
            <a:ext cx="19568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05840" y="232257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📅  Upcoming Assignments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2688" y="3090672"/>
            <a:ext cx="19568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05840" y="312724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✅  Attendance % Gauge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2688" y="3895344"/>
            <a:ext cx="19568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05840" y="393192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📚  Enrolled Courses List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1024128"/>
            <a:ext cx="2697480" cy="3840480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172968" y="1024128"/>
            <a:ext cx="2697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82696" y="1152144"/>
            <a:ext cx="109728" cy="109728"/>
          </a:xfrm>
          <a:prstGeom prst="ellipse">
            <a:avLst/>
          </a:prstGeom>
          <a:solidFill>
            <a:srgbClr val="EC6A5E"/>
          </a:solidFill>
          <a:ln w="12700">
            <a:solidFill>
              <a:srgbClr val="EC6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465576" y="1152144"/>
            <a:ext cx="109728" cy="109728"/>
          </a:xfrm>
          <a:prstGeom prst="ellipse">
            <a:avLst/>
          </a:prstGeom>
          <a:solidFill>
            <a:srgbClr val="F4BF4F"/>
          </a:solidFill>
          <a:ln w="12700">
            <a:solidFill>
              <a:srgbClr val="F4BF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48456" y="1152144"/>
            <a:ext cx="109728" cy="109728"/>
          </a:xfrm>
          <a:prstGeom prst="ellipse">
            <a:avLst/>
          </a:prstGeom>
          <a:solidFill>
            <a:srgbClr val="61C454"/>
          </a:solidFill>
          <a:ln w="12700">
            <a:solidFill>
              <a:srgbClr val="61C4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13048" y="10241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Faculty Panel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72968" y="1408176"/>
            <a:ext cx="566928" cy="3456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172968" y="15087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172968" y="213055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172968" y="2752344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172968" y="337413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172968" y="39959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831336" y="1481328"/>
            <a:ext cx="19568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904488" y="1517904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📝  Assignment Creator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31336" y="2286000"/>
            <a:ext cx="19568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904488" y="232257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📈  Class Analytics Chart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31336" y="3090672"/>
            <a:ext cx="19568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904488" y="312724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🗂  Grade Entry Table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31336" y="3895344"/>
            <a:ext cx="19568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904488" y="393192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📢  Announcement Board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71616" y="1024128"/>
            <a:ext cx="2697480" cy="3840480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071616" y="1024128"/>
            <a:ext cx="269748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181344" y="1152144"/>
            <a:ext cx="109728" cy="109728"/>
          </a:xfrm>
          <a:prstGeom prst="ellipse">
            <a:avLst/>
          </a:prstGeom>
          <a:solidFill>
            <a:srgbClr val="EC6A5E"/>
          </a:solidFill>
          <a:ln w="12700">
            <a:solidFill>
              <a:srgbClr val="EC6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364224" y="1152144"/>
            <a:ext cx="109728" cy="109728"/>
          </a:xfrm>
          <a:prstGeom prst="ellipse">
            <a:avLst/>
          </a:prstGeom>
          <a:solidFill>
            <a:srgbClr val="F4BF4F"/>
          </a:solidFill>
          <a:ln w="12700">
            <a:solidFill>
              <a:srgbClr val="F4BF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547104" y="1152144"/>
            <a:ext cx="109728" cy="109728"/>
          </a:xfrm>
          <a:prstGeom prst="ellipse">
            <a:avLst/>
          </a:prstGeom>
          <a:solidFill>
            <a:srgbClr val="61C454"/>
          </a:solidFill>
          <a:ln w="12700">
            <a:solidFill>
              <a:srgbClr val="61C4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711696" y="10241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 Console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071616" y="1408176"/>
            <a:ext cx="566928" cy="34564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071616" y="15087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🏠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071616" y="213055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071616" y="2752344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071616" y="337413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071616" y="39959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729984" y="1481328"/>
            <a:ext cx="19568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803136" y="1517904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👥  User Management Table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729984" y="2286000"/>
            <a:ext cx="19568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803136" y="232257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✅  Course Approval Flow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729984" y="3090672"/>
            <a:ext cx="19568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803136" y="312724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📊  Platform Statistics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729984" y="3895344"/>
            <a:ext cx="19568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803136" y="393192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📋  Activity Logs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Responsive React components · Consistent design system · Accessible colour contrast throughout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</a:rPr>
              <a:t>Measured outcomes after platform adoption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1938528" cy="1536192"/>
          </a:xfrm>
          <a:prstGeom prst="rect">
            <a:avLst/>
          </a:prstGeom>
          <a:solidFill>
            <a:srgbClr val="0D1140"/>
          </a:solidFill>
          <a:ln w="12700">
            <a:solidFill>
              <a:srgbClr val="252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193852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56032" y="1371600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6032" y="1993392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BBB"/>
                </a:solidFill>
              </a:rPr>
              <a:t>Reduction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BBB"/>
                </a:solidFill>
              </a:rPr>
              <a:t>manual admin 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1261872"/>
            <a:ext cx="1938528" cy="1536192"/>
          </a:xfrm>
          <a:prstGeom prst="rect">
            <a:avLst/>
          </a:prstGeom>
          <a:solidFill>
            <a:srgbClr val="0D1140"/>
          </a:solidFill>
          <a:ln w="12700">
            <a:solidFill>
              <a:srgbClr val="252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32304" y="1261872"/>
            <a:ext cx="1938528" cy="6400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1371600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4.7★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32304" y="1993392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BBB"/>
                </a:solidFill>
              </a:rPr>
              <a:t>Average 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BBB"/>
                </a:solidFill>
              </a:rPr>
              <a:t>satisfaction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08576" y="1261872"/>
            <a:ext cx="1938528" cy="1536192"/>
          </a:xfrm>
          <a:prstGeom prst="rect">
            <a:avLst/>
          </a:prstGeom>
          <a:solidFill>
            <a:srgbClr val="0D1140"/>
          </a:solidFill>
          <a:ln w="12700">
            <a:solidFill>
              <a:srgbClr val="252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08576" y="1261872"/>
            <a:ext cx="1938528" cy="64008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08576" y="1371600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08576" y="1993392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BBB"/>
                </a:solidFill>
              </a:rPr>
              <a:t>Faster assignment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BBB"/>
                </a:solidFill>
              </a:rPr>
              <a:t>turnaround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84848" y="1261872"/>
            <a:ext cx="1938528" cy="1536192"/>
          </a:xfrm>
          <a:prstGeom prst="rect">
            <a:avLst/>
          </a:prstGeom>
          <a:solidFill>
            <a:srgbClr val="0D1140"/>
          </a:solidFill>
          <a:ln w="12700">
            <a:solidFill>
              <a:srgbClr val="252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784848" y="1261872"/>
            <a:ext cx="1938528" cy="6400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84848" y="1371600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84848" y="1993392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BBB"/>
                </a:solidFill>
              </a:rPr>
              <a:t>On-time submission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BBB"/>
                </a:solidFill>
              </a:rPr>
              <a:t>rate achieved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90779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E68A"/>
                </a:solidFill>
              </a:rPr>
              <a:t>Before vs After Platform Adoption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" y="331012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Attendance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00200" y="3346704"/>
            <a:ext cx="2611526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600200" y="3493008"/>
            <a:ext cx="3418027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239158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68%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45659" y="3465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</a:rPr>
              <a:t>89%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" y="374904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Grade Avg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00200" y="3785616"/>
            <a:ext cx="2342693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600200" y="3931920"/>
            <a:ext cx="2957170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970325" y="3749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61%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84802" y="3904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</a:rPr>
              <a:t>77%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7472" y="418795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Engagement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600200" y="4224528"/>
            <a:ext cx="1689811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600200" y="4370832"/>
            <a:ext cx="3149194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317443" y="4187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44%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76826" y="43434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</a:rPr>
              <a:t>82%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7472" y="462686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Submission Rate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00200" y="4663440"/>
            <a:ext cx="2150669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600200" y="4809744"/>
            <a:ext cx="3494837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778301" y="46268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56%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2469" y="4782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</a:rPr>
              <a:t>91%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" y="4892040"/>
            <a:ext cx="384048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04672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Before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627632" y="4892040"/>
            <a:ext cx="38404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084832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</a:rPr>
              <a:t>After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77840" y="290779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E68A"/>
                </a:solidFill>
              </a:rPr>
              <a:t>Key Outcomes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577840" y="3337560"/>
            <a:ext cx="7315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42432" y="331012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Centralised records eliminate data silos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577840" y="3813048"/>
            <a:ext cx="7315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742432" y="3785616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Faculty save 40% time on admin tasks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577840" y="4288536"/>
            <a:ext cx="7315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742432" y="426110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Students get instant submission feedback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577840" y="4764024"/>
            <a:ext cx="7315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742432" y="473659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Admins monitor institution in real-time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9748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69748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5E"/>
                </a:solidFill>
              </a:rPr>
              <a:t>Phase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40817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5E"/>
                </a:solidFill>
              </a:rPr>
              <a:t>Q3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86384" y="192024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AI-powered study recommendations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80944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86384" y="290779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Automated plagiarism detection engine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6849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86384" y="389534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Video lecture streaming &amp; recording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72968" y="1051560"/>
            <a:ext cx="269748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172968" y="1051560"/>
            <a:ext cx="269748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172968" y="1078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72968" y="140817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E68A"/>
                </a:solidFill>
              </a:rPr>
              <a:t>Q4 2025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55848" y="199339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85032" y="192024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React Native mobile application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55848" y="298094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85032" y="290779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Parent portal for progress monitoring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55848" y="3968496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85032" y="389534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Moodle / Canvas LMS integration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71616" y="1051560"/>
            <a:ext cx="269748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071616" y="1051560"/>
            <a:ext cx="2697480" cy="713232"/>
          </a:xfrm>
          <a:prstGeom prst="rect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71616" y="1078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71616" y="140817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E68A"/>
                </a:solidFill>
              </a:rPr>
              <a:t>Q1 2026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54496" y="1993392"/>
            <a:ext cx="237744" cy="237744"/>
          </a:xfrm>
          <a:prstGeom prst="ellipse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83680" y="192024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Predictive analytics for at-risk students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54496" y="2980944"/>
            <a:ext cx="237744" cy="237744"/>
          </a:xfrm>
          <a:prstGeom prst="ellipse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83680" y="290779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Gamification — badges &amp; leaderboards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54496" y="3968496"/>
            <a:ext cx="237744" cy="237744"/>
          </a:xfrm>
          <a:prstGeom prst="ellipse">
            <a:avLst/>
          </a:prstGeom>
          <a:solidFill>
            <a:srgbClr val="4A52C8"/>
          </a:solidFill>
          <a:ln w="12700">
            <a:solidFill>
              <a:srgbClr val="4A52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583680" y="389534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Multi-institution SaaS deployment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4828032"/>
            <a:ext cx="8503920" cy="237744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20040" y="482803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Built to scale — from a college project to a full SaaS academic solution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2D3494">
              <a:alpha val="40000"/>
            </a:srgbClr>
          </a:solidFill>
          <a:ln w="12700">
            <a:solidFill>
              <a:srgbClr val="2D349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DE68A"/>
                </a:solidFill>
              </a:rPr>
              <a:t>Academic Effectiveness Learning Platform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560320" y="2834640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EAD4"/>
                </a:solidFill>
              </a:rPr>
              <a:t>Built with ❤️  using  React  ·  Node.js  ·  Express  ·  MongoDB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Questions &amp; Feedback Welcome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© 2025 Academic Learning Platform  |  All Rights Reserved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823</Words>
  <Application>Microsoft Office PowerPoint</Application>
  <PresentationFormat>On-screen Show (16:9)</PresentationFormat>
  <Paragraphs>229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Effectiveness Learning Platform</dc:title>
  <dc:subject>PptxGenJS Presentation</dc:subject>
  <dc:creator>PptxGenJS</dc:creator>
  <cp:lastModifiedBy>Ashok Ash</cp:lastModifiedBy>
  <cp:revision>1</cp:revision>
  <dcterms:created xsi:type="dcterms:W3CDTF">2026-03-23T11:29:23Z</dcterms:created>
  <dcterms:modified xsi:type="dcterms:W3CDTF">2026-03-23T12:00:43Z</dcterms:modified>
</cp:coreProperties>
</file>